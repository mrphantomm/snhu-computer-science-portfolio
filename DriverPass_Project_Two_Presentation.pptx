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DriverPass System Design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Explains functional and nonfunctional requirements that support customer scheduling, training, security, and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Explains users and major system interactions supporting DriverPass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Describes the process of scheduling a driving lesson from login through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Explains how security protects customer data and tracks system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Explains current limitations and future enhancement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DriverPass System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Carl Williams</a:t>
            </a:r>
          </a:p>
          <a:p>
            <a:r>
              <a:t>CS 255 System Analysis and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Requirements:</a:t>
            </a:r>
          </a:p>
          <a:p>
            <a:r>
              <a:t>• Customer account management</a:t>
            </a:r>
          </a:p>
          <a:p>
            <a:r>
              <a:t>• Schedule/modify/cancel lessons</a:t>
            </a:r>
          </a:p>
          <a:p>
            <a:r>
              <a:t>• Online practice tests</a:t>
            </a:r>
          </a:p>
          <a:p>
            <a:r>
              <a:t>• Admin account management</a:t>
            </a:r>
          </a:p>
          <a:p/>
          <a:p>
            <a:r>
              <a:t>Nonfunctional Requirements:</a:t>
            </a:r>
          </a:p>
          <a:p>
            <a:r>
              <a:t>• Cloud-based system</a:t>
            </a:r>
          </a:p>
          <a:p>
            <a:r>
              <a:t>• Mobile accessibility</a:t>
            </a:r>
          </a:p>
          <a:p>
            <a:r>
              <a:t>• Role-based security</a:t>
            </a:r>
          </a:p>
          <a:p>
            <a:r>
              <a:t>• Activity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Actors:</a:t>
            </a:r>
          </a:p>
          <a:p>
            <a:r>
              <a:t>• Customer</a:t>
            </a:r>
          </a:p>
          <a:p>
            <a:r>
              <a:t>• Secretary</a:t>
            </a:r>
          </a:p>
          <a:p>
            <a:r>
              <a:t>• Administrator</a:t>
            </a:r>
          </a:p>
          <a:p>
            <a:r>
              <a:t>• IT Officer</a:t>
            </a:r>
          </a:p>
          <a:p>
            <a:r>
              <a:t>• DMV System</a:t>
            </a:r>
          </a:p>
          <a:p/>
          <a:p>
            <a:r>
              <a:t>Use Cases:</a:t>
            </a:r>
          </a:p>
          <a:p>
            <a:r>
              <a:t>Register, Login, Schedule Lesson, Modify Lesson, Cancel Lesson, Take Practice Test, Process Payment, Manage Accounts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 Driving Lesson:</a:t>
            </a:r>
          </a:p>
          <a:p>
            <a:r>
              <a:t>Login → Select Package → View Availability → Choose Time → Assign Driver/Vehicle → Confirm Reservation → Save → Send Confirmation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login</a:t>
            </a:r>
          </a:p>
          <a:p>
            <a:r>
              <a:t>• Password reset</a:t>
            </a:r>
          </a:p>
          <a:p>
            <a:r>
              <a:t>• Role-based access</a:t>
            </a:r>
          </a:p>
          <a:p>
            <a:r>
              <a:t>• Activity logs</a:t>
            </a:r>
          </a:p>
          <a:p>
            <a:r>
              <a:t>• Audit reports</a:t>
            </a:r>
          </a:p>
          <a:p>
            <a:r>
              <a:t>• Secure payment processing</a:t>
            </a:r>
          </a:p>
          <a:p>
            <a:r>
              <a:t>• Cloud backups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Internet required</a:t>
            </a:r>
          </a:p>
          <a:p>
            <a:r>
              <a:t>• DMV update dependency</a:t>
            </a:r>
          </a:p>
          <a:p>
            <a:r>
              <a:t>• Package customization not included</a:t>
            </a:r>
          </a:p>
          <a:p>
            <a:r>
              <a:t>• Potential cloud outages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